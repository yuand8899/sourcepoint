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3E09"/>
    <a:srgbClr val="9237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3907-290F-428C-B1E8-19B56BB76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7959E-5944-42A2-B167-FAD6C4CA6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26C5-958D-4E1B-A8F3-9C9F73F1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91F94-649A-4D94-8546-1DE9CB9B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FCA3-01B8-495D-B754-79A166C21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6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56D82-D06E-43AF-BDB2-F6678A83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958AC-79F9-4C4D-BE17-BC3AFEFB7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6D1A5-EA62-4137-8DB0-C6235073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6ECAB-FE4F-41D4-B465-1465D3154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0CBC-594B-436C-863D-A4C07E3F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0A01-4A2A-4A8F-873D-A002F1BF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E9CD5-4FB6-4784-B890-E7579BA57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6B76E-444C-43FF-8849-CDF5B48B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50F20-4DB4-4D3D-B157-DF4F3608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7F5D6-D887-4717-97BA-EA700DC9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76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86C5E-C778-4BF9-B080-C2D0DA5F9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11E0-010D-4F17-B8D1-DF70C1433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BD8E1-613A-4156-8AB3-5ECDE2457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6F168-804A-4D73-A3D8-A99B511B7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A0262-FEFE-44E6-BC56-BD206B3FF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CBB73-EE34-463B-A24F-100C2B7A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54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5D99E-8EC5-4AC2-8772-B7FC50385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45DBD-4614-4546-AA5C-4C7E6DD61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3B22D-B280-4E69-832D-955A1541D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36C6C7-8C42-40EF-98CA-2C265FBFD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EE4D08-09A0-46CF-899B-07F50B260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274FB-7AA7-4100-8C2F-BDF9212C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05402A-CCBC-4086-907D-CD795DED2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3F8F7-B298-48AF-8A65-6F3216D3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20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0669C-5DD1-424B-993A-8C78F645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B4414-58BE-4656-AC7D-83214F809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065DC-18C9-4EEB-913A-A46F03E3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DCCAC-44F4-4CE6-A4F7-4131AD41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5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078F7E-0989-438F-A659-C8E0AB6C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931B8-47CA-4D38-9276-6F5F8C9B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2A9BC-8E4E-4F5D-BED5-6C27782A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86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F5E4-B01F-47E7-BD4C-9D83A632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60B44-CD63-4AA7-9063-B87BA5F09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D75E7-F4FC-45CF-A821-CDDCE0628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35775-30B2-4F0A-87E6-EA994A48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02DE1-415C-4D7C-BFC7-712D9421F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BB862-ACA3-453F-B9BE-C3F60009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30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B0721-25A2-4799-AF61-19B9814B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CC71A-4C38-45B3-B390-5640182110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91B83-200F-4BC8-A77D-13350572B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F686A-8B91-4255-A381-EB966181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385E7-CAB1-4110-8959-39E082E0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C9DE0-78CF-4FC5-85E2-A77F2079C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4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D061-4282-4CD1-90B4-FDBE4166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D74EA-6673-461B-B2DF-7273EDD24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AC9BF-4A4A-4C66-BB20-88ED68782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C7DC0-72C1-41C5-B9AC-A7A6F459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07942-4A48-4D43-B0FE-904F2D67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02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2377D-F8FF-47DA-B57D-6D1259F8A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FE317-B127-4BBC-9039-D7F2D20C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ED03F-F34D-452B-B9DC-44B7892B4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0A710-AB08-4359-8C8E-C4FC6E60B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2E0E-E705-4EA3-93AE-FA9044967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01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19FF6-700F-438F-8AF8-DF952ACE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31556-AEB8-4D36-B711-7B7A754B6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66354-6CD2-4863-92E3-E0CA815D9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B9819-0188-4780-ABF1-C5A100876DD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DDAD6-9441-4F0C-A30D-2DA766DB1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DD28C-24EE-45DF-AFE1-138F9A93D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6D483-EDC7-49A0-874E-538AC92B3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849709-075A-4EC6-AF54-CDD0788D0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80" y="1393097"/>
            <a:ext cx="3105583" cy="316274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199C001-FD55-441E-B2AD-F877DBC8C3F8}"/>
              </a:ext>
            </a:extLst>
          </p:cNvPr>
          <p:cNvGrpSpPr/>
          <p:nvPr/>
        </p:nvGrpSpPr>
        <p:grpSpPr>
          <a:xfrm>
            <a:off x="3961502" y="1405493"/>
            <a:ext cx="8016938" cy="2824864"/>
            <a:chOff x="3961502" y="1620648"/>
            <a:chExt cx="8016938" cy="282486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B4B81D-2686-4218-A89E-0965BC2D042D}"/>
                </a:ext>
              </a:extLst>
            </p:cNvPr>
            <p:cNvSpPr txBox="1"/>
            <p:nvPr/>
          </p:nvSpPr>
          <p:spPr>
            <a:xfrm>
              <a:off x="5170167" y="2875852"/>
              <a:ext cx="511550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600" b="1" dirty="0">
                  <a:solidFill>
                    <a:srgbClr val="92370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源真中医</a:t>
              </a:r>
              <a:endParaRPr lang="en-US" sz="9600" b="1" dirty="0">
                <a:solidFill>
                  <a:srgbClr val="92370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1F7CB6-1EE4-4344-B25D-76911341A1A2}"/>
                </a:ext>
              </a:extLst>
            </p:cNvPr>
            <p:cNvSpPr txBox="1"/>
            <p:nvPr/>
          </p:nvSpPr>
          <p:spPr>
            <a:xfrm>
              <a:off x="3961502" y="1620648"/>
              <a:ext cx="8016938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b="1" dirty="0" err="1">
                  <a:solidFill>
                    <a:srgbClr val="A03E0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anose="02040502050405020303" pitchFamily="18" charset="0"/>
                  <a:ea typeface="Noto Serif SC SemiBold" panose="02020200000000000000" pitchFamily="18" charset="-122"/>
                </a:rPr>
                <a:t>SourcePoint</a:t>
              </a:r>
              <a:endParaRPr lang="en-US" sz="9600" b="1" dirty="0">
                <a:solidFill>
                  <a:srgbClr val="A03E0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ea typeface="Noto Serif SC SemiBold" panose="020202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57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华文中宋</vt:lpstr>
      <vt:lpstr>Arial</vt:lpstr>
      <vt:lpstr>Calibri</vt:lpstr>
      <vt:lpstr>Calibri Light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yuguo du</dc:creator>
  <cp:lastModifiedBy>yuguo du</cp:lastModifiedBy>
  <cp:revision>4</cp:revision>
  <dcterms:created xsi:type="dcterms:W3CDTF">2026-08-02T07:05:41Z</dcterms:created>
  <dcterms:modified xsi:type="dcterms:W3CDTF">2026-08-02T17:19:00Z</dcterms:modified>
</cp:coreProperties>
</file>